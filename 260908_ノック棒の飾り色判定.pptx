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6" r:id="rId3"/>
    <p:sldId id="256" r:id="rId4"/>
    <p:sldId id="257" r:id="rId5"/>
    <p:sldId id="258" r:id="rId6"/>
    <p:sldId id="259" r:id="rId7"/>
    <p:sldId id="260" r:id="rId8"/>
    <p:sldId id="268" r:id="rId9"/>
    <p:sldId id="269" r:id="rId10"/>
    <p:sldId id="261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11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25758D-5771-02B3-9938-0B317813D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E49282-D01C-4A2C-BE20-034808FE2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0722BF-8241-37F2-6947-FB61A5B3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A8F005-E619-4118-7BE8-CA78F308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9AB7BB-2D98-15A0-EC58-157E0842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93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1A7719-B80C-76F6-20F7-E5B5FDFFC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5F6476-126E-524E-2C98-E26E4CF0C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A6D4E3-010C-4D3D-A0DD-33506DB90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D3FD64-C694-063F-C695-CE5AF129A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C3D481-B9EF-ACFE-FBA8-02D63B83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732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3722BD-D6B1-00FF-0D94-122EBF88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D7F7BE-1401-1A5C-3FA2-F4989FC3C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025E69-4C4B-6082-CEBF-C3164BA6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4BCD32-4A9B-B871-4FD2-A29C1749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0059CA-8AD1-7777-2D5E-37FE62AF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751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D4DF9D-C279-57EA-214C-92D14329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402168-B18B-4B55-E303-B22EF0A36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3A2C37-FBF0-4275-C07B-7D0F41764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D49F0E-4B85-526E-8733-E56DFEE1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9C6862-E9CE-340A-3243-26AB8FE3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4E5FFA-ADB4-732E-CF36-637E4E2D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83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9A3F78-0D89-CDC5-8C2F-09E554B57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D00E65-DAA8-E7B1-E99B-E2F8E18F5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FC30D7-A172-5DF4-722A-7BF7665A0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E141AA-CED4-FD8E-1035-743514DA0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816F9D7-DECA-54DA-EC4E-87857812D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4228ECB-B973-8CAB-F49B-E9A59EBC4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6C424E0-5754-C626-1A68-7B008074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0F0EEA-38AE-5342-7C2C-1493415F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32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5E1688-3987-3CA1-9238-005FCD90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234ABF6-69D8-E6F1-7B42-EC6F3B9D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116532-F62C-038E-A93E-07DB1DFA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A1D2A4-A2FD-7C02-BB78-ED4AE21A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58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A839AC-683A-34D9-CA3D-A99A01B8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C2C932-E8AE-21DD-4646-E2E997A2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C943A8-1E47-7598-9F7A-5C4E28BD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57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CD010D-12EA-E811-BA62-7BEB86D5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4E2138-954C-A7B8-294E-F6E1CA72B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72A59A-68B3-7CF1-E1C5-2146228D0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5E3923-A5F6-7625-BA1B-570DED93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A068E2-C565-75C8-CD63-DB28401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2BBBD2-1F7A-F437-3DEF-B370D974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0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6787EB-78BC-16A7-B7A0-1D3FBBB47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FFC12DF-96FE-23C2-7958-90A0435C5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8782B4-7427-1252-7CE0-8B9817E9A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233F0-1A38-9DDB-C6A3-C80F3D53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C035BE-D333-2D3F-918B-EF52B3F5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541BF6-31BB-819B-77C5-D87E3123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65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6ECB92-076A-0371-E31D-C0648C78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FBEFE9-ECB5-5C32-69BD-F3ABA3873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022823-CBAF-78BD-4900-23865A4C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94742F-456C-F12A-F046-2FFD3293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8F69E3-4110-55A0-6A7F-6129887B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2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C668BF3-8A4C-B200-2A2B-57D20C212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FB70B9-7CCC-3BFA-1176-57CF8C460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2AD2C6-DC3B-4AB9-23FC-B92E5CB4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D0ABF6-DD35-A95F-0CF2-896B566C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31EA6D-AFAC-BBBB-DA3C-1E8F1698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42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2A1154-5B8B-2FAA-8D3B-A8CEE06B3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2FA580-570C-9321-EEE9-E5D233D60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83AC99-F3E1-CEB9-CF84-0D2E910E6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E8A55-C278-469A-9258-DA3F25337785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0A5BBE-3C08-A439-2BDC-CE9903DB9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888DD2-8EA9-9F5F-86C0-65F0E0D73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9961B-EC6D-4D4D-AA01-5CC96F396A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58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2D479C-C77D-F6A4-D773-608BC8E7103E}"/>
              </a:ext>
            </a:extLst>
          </p:cNvPr>
          <p:cNvSpPr txBox="1"/>
          <p:nvPr/>
        </p:nvSpPr>
        <p:spPr>
          <a:xfrm>
            <a:off x="339841" y="365712"/>
            <a:ext cx="8882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chemeClr val="bg1">
                    <a:lumMod val="95000"/>
                  </a:schemeClr>
                </a:solidFill>
              </a:rPr>
              <a:t>無料で使用できる（制限はあり）「</a:t>
            </a:r>
            <a:r>
              <a:rPr kumimoji="1" lang="en-US" altLang="ja-JP" sz="2400" b="1" dirty="0">
                <a:solidFill>
                  <a:schemeClr val="bg1">
                    <a:lumMod val="95000"/>
                  </a:schemeClr>
                </a:solidFill>
              </a:rPr>
              <a:t>Antigravity</a:t>
            </a:r>
            <a:r>
              <a:rPr kumimoji="1" lang="ja-JP" altLang="en-US" sz="2400" b="1" dirty="0">
                <a:solidFill>
                  <a:schemeClr val="bg1">
                    <a:lumMod val="95000"/>
                  </a:schemeClr>
                </a:solidFill>
              </a:rPr>
              <a:t>」で遊んでみた</a:t>
            </a:r>
            <a:endParaRPr kumimoji="1" lang="en-US" altLang="ja-JP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EB7D4F-96B7-2747-E46B-5C43A9226C04}"/>
              </a:ext>
            </a:extLst>
          </p:cNvPr>
          <p:cNvSpPr txBox="1"/>
          <p:nvPr/>
        </p:nvSpPr>
        <p:spPr>
          <a:xfrm>
            <a:off x="1063538" y="1276107"/>
            <a:ext cx="964879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>
                    <a:lumMod val="95000"/>
                  </a:schemeClr>
                </a:solidFill>
              </a:rPr>
              <a:t>「</a:t>
            </a:r>
            <a:r>
              <a:rPr kumimoji="1" lang="en-US" altLang="ja-JP" b="1" dirty="0">
                <a:solidFill>
                  <a:schemeClr val="bg1">
                    <a:lumMod val="95000"/>
                  </a:schemeClr>
                </a:solidFill>
              </a:rPr>
              <a:t>Antigravity</a:t>
            </a:r>
            <a:r>
              <a:rPr kumimoji="1" lang="ja-JP" altLang="en-US" b="1" dirty="0">
                <a:solidFill>
                  <a:schemeClr val="bg1">
                    <a:lumMod val="95000"/>
                  </a:schemeClr>
                </a:solidFill>
              </a:rPr>
              <a:t>」</a:t>
            </a:r>
            <a:r>
              <a:rPr kumimoji="1" lang="ja-JP" altLang="en-US" dirty="0">
                <a:solidFill>
                  <a:schemeClr val="bg1">
                    <a:lumMod val="95000"/>
                  </a:schemeClr>
                </a:solidFill>
              </a:rPr>
              <a:t>：</a:t>
            </a:r>
            <a:endParaRPr kumimoji="1"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endParaRPr kumimoji="1"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Google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が提供する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コーディング支援・開発プラットフォーム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ノーコード・ローコードでアプリケーションやシステムの作成から運用までをサポート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kumimoji="1" lang="en-US" altLang="ja-JP" dirty="0">
                <a:solidFill>
                  <a:schemeClr val="bg1">
                    <a:lumMod val="95000"/>
                  </a:schemeClr>
                </a:solidFill>
              </a:rPr>
              <a:t>※</a:t>
            </a:r>
            <a:r>
              <a:rPr kumimoji="1" lang="ja-JP" altLang="en-US" dirty="0">
                <a:solidFill>
                  <a:schemeClr val="bg1">
                    <a:lumMod val="95000"/>
                  </a:schemeClr>
                </a:solidFill>
              </a:rPr>
              <a:t>無料だが情報は</a:t>
            </a:r>
            <a:r>
              <a:rPr kumimoji="1" lang="en-US" altLang="ja-JP" dirty="0">
                <a:solidFill>
                  <a:schemeClr val="bg1">
                    <a:lumMod val="95000"/>
                  </a:schemeClr>
                </a:solidFill>
              </a:rPr>
              <a:t>Google</a:t>
            </a:r>
            <a:r>
              <a:rPr kumimoji="1" lang="ja-JP" altLang="en-US" dirty="0">
                <a:solidFill>
                  <a:schemeClr val="bg1">
                    <a:lumMod val="95000"/>
                  </a:schemeClr>
                </a:solidFill>
              </a:rPr>
              <a:t>に提供されるため入力は一般的な情報のみ</a:t>
            </a:r>
            <a:endParaRPr kumimoji="1"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※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代替としては、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Claude code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、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codex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、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GitHub Copilot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など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　（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Antigravity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含めて全てシャドー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となるため社内では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×</a:t>
            </a:r>
            <a:endParaRPr kumimoji="1" lang="en-US" altLang="ja-JP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636303-F736-83DA-6438-6E4F8E9973BA}"/>
              </a:ext>
            </a:extLst>
          </p:cNvPr>
          <p:cNvSpPr txBox="1"/>
          <p:nvPr/>
        </p:nvSpPr>
        <p:spPr>
          <a:xfrm>
            <a:off x="1063538" y="3435225"/>
            <a:ext cx="507703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>
                    <a:lumMod val="95000"/>
                  </a:schemeClr>
                </a:solidFill>
              </a:rPr>
              <a:t>試した内容</a:t>
            </a:r>
            <a:r>
              <a:rPr kumimoji="1" lang="ja-JP" altLang="en-US" dirty="0">
                <a:solidFill>
                  <a:schemeClr val="bg1">
                    <a:lumMod val="95000"/>
                  </a:schemeClr>
                </a:solidFill>
              </a:rPr>
              <a:t>：</a:t>
            </a:r>
            <a:endParaRPr kumimoji="1"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endParaRPr kumimoji="1"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kumimoji="1" lang="en-US" altLang="ja-JP" dirty="0">
                <a:solidFill>
                  <a:schemeClr val="bg1">
                    <a:lumMod val="95000"/>
                  </a:schemeClr>
                </a:solidFill>
              </a:rPr>
              <a:t>iPhone</a:t>
            </a:r>
            <a:r>
              <a:rPr kumimoji="1" lang="ja-JP" altLang="en-US" dirty="0">
                <a:solidFill>
                  <a:schemeClr val="bg1">
                    <a:lumMod val="95000"/>
                  </a:schemeClr>
                </a:solidFill>
              </a:rPr>
              <a:t>で撮影した画像を使用して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● 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MSXE5-1000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 ノック棒の飾り色の判定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kumimoji="1" lang="ja-JP" altLang="en-US" dirty="0">
                <a:solidFill>
                  <a:schemeClr val="bg1">
                    <a:lumMod val="95000"/>
                  </a:schemeClr>
                </a:solidFill>
              </a:rPr>
              <a:t>●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MSXE5-1000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 リフィル色の判定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※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撮影に使用したサンプルは市販品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※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組付け間違いのデータは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ChatGPT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で作成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  <a:p>
            <a:pPr lvl="1"/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※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プライベート</a:t>
            </a:r>
            <a:r>
              <a:rPr lang="en-US" altLang="ja-JP" dirty="0">
                <a:solidFill>
                  <a:schemeClr val="bg1">
                    <a:lumMod val="95000"/>
                  </a:schemeClr>
                </a:solidFill>
              </a:rPr>
              <a:t>PC</a:t>
            </a:r>
            <a:r>
              <a:rPr lang="ja-JP" altLang="en-US" dirty="0">
                <a:solidFill>
                  <a:schemeClr val="bg1">
                    <a:lumMod val="95000"/>
                  </a:schemeClr>
                </a:solidFill>
              </a:rPr>
              <a:t>を使用</a:t>
            </a:r>
            <a:endParaRPr lang="en-US" altLang="ja-JP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1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5D5965C-C598-C9EA-3272-3D17B0250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18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2186FA0-B608-870E-ECA7-C63F3C92C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7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1F5E2-7ED3-082A-79D8-0F3FD091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A702819-B326-2CD5-745E-EC626C75E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2FA77923-A566-2A0A-CEEE-1A864E8C3F8B}"/>
              </a:ext>
            </a:extLst>
          </p:cNvPr>
          <p:cNvSpPr/>
          <p:nvPr/>
        </p:nvSpPr>
        <p:spPr>
          <a:xfrm>
            <a:off x="10225166" y="3382583"/>
            <a:ext cx="877163" cy="369332"/>
          </a:xfrm>
          <a:prstGeom prst="wedgeRectCallout">
            <a:avLst>
              <a:gd name="adj1" fmla="val -115238"/>
              <a:gd name="adj2" fmla="val 605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誤判定</a:t>
            </a:r>
          </a:p>
        </p:txBody>
      </p:sp>
    </p:spTree>
    <p:extLst>
      <p:ext uri="{BB962C8B-B14F-4D97-AF65-F5344CB8AC3E}">
        <p14:creationId xmlns:p14="http://schemas.microsoft.com/office/powerpoint/2010/main" val="219834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B1520-195A-35C6-0EFE-144329D0F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7ABD7BE-9E02-C0FA-C704-4501B891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B10CD6BD-CDE1-6C83-933A-95D053349D55}"/>
              </a:ext>
            </a:extLst>
          </p:cNvPr>
          <p:cNvSpPr/>
          <p:nvPr/>
        </p:nvSpPr>
        <p:spPr>
          <a:xfrm>
            <a:off x="10225166" y="3382583"/>
            <a:ext cx="877163" cy="369332"/>
          </a:xfrm>
          <a:prstGeom prst="wedgeRectCallout">
            <a:avLst>
              <a:gd name="adj1" fmla="val -115238"/>
              <a:gd name="adj2" fmla="val 605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誤判定</a:t>
            </a:r>
          </a:p>
        </p:txBody>
      </p:sp>
    </p:spTree>
    <p:extLst>
      <p:ext uri="{BB962C8B-B14F-4D97-AF65-F5344CB8AC3E}">
        <p14:creationId xmlns:p14="http://schemas.microsoft.com/office/powerpoint/2010/main" val="3279444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17C145C-902D-2C0B-879D-AFD9EB982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DF0DDF76-6E52-7D96-56C4-A5ABACA6C205}"/>
              </a:ext>
            </a:extLst>
          </p:cNvPr>
          <p:cNvSpPr/>
          <p:nvPr/>
        </p:nvSpPr>
        <p:spPr>
          <a:xfrm>
            <a:off x="10058533" y="3329838"/>
            <a:ext cx="1723549" cy="461665"/>
          </a:xfrm>
          <a:prstGeom prst="wedgeRectCallout">
            <a:avLst>
              <a:gd name="adj1" fmla="val -72490"/>
              <a:gd name="adj2" fmla="val 46254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基準色、許容誤差の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設定変更で</a:t>
            </a:r>
            <a:r>
              <a:rPr lang="ja-JP" altLang="en-US" sz="1200" dirty="0">
                <a:solidFill>
                  <a:schemeClr val="bg1"/>
                </a:solidFill>
              </a:rPr>
              <a:t>判定は改善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68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09914-18FB-24AC-C116-083BFB95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0775C9B-EBDA-60F0-41DB-AA5801D46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50CBA282-D913-D66A-CF63-FA181ED05894}"/>
              </a:ext>
            </a:extLst>
          </p:cNvPr>
          <p:cNvSpPr/>
          <p:nvPr/>
        </p:nvSpPr>
        <p:spPr>
          <a:xfrm>
            <a:off x="10058533" y="3329838"/>
            <a:ext cx="1723549" cy="461665"/>
          </a:xfrm>
          <a:prstGeom prst="wedgeRectCallout">
            <a:avLst>
              <a:gd name="adj1" fmla="val -72490"/>
              <a:gd name="adj2" fmla="val 46254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基準色、許容誤差の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設定変更で</a:t>
            </a:r>
            <a:r>
              <a:rPr lang="ja-JP" altLang="en-US" sz="1200" dirty="0">
                <a:solidFill>
                  <a:schemeClr val="bg1"/>
                </a:solidFill>
              </a:rPr>
              <a:t>判定は改善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9E4B24CB-D14A-C517-410B-ABFACEA521BA}"/>
              </a:ext>
            </a:extLst>
          </p:cNvPr>
          <p:cNvSpPr/>
          <p:nvPr/>
        </p:nvSpPr>
        <p:spPr>
          <a:xfrm>
            <a:off x="10058532" y="4182944"/>
            <a:ext cx="1723549" cy="830997"/>
          </a:xfrm>
          <a:prstGeom prst="wedgeRectCallout">
            <a:avLst>
              <a:gd name="adj1" fmla="val -71385"/>
              <a:gd name="adj2" fmla="val -3168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黒の判定が出来てない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要改善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lang="ja-JP" altLang="en-US" sz="1200" dirty="0">
                <a:solidFill>
                  <a:schemeClr val="bg1"/>
                </a:solidFill>
              </a:rPr>
              <a:t>何色がきても</a:t>
            </a:r>
            <a:endParaRPr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lang="ja-JP" altLang="en-US" sz="1200" dirty="0">
                <a:solidFill>
                  <a:schemeClr val="bg1"/>
                </a:solidFill>
              </a:rPr>
              <a:t>黒があると</a:t>
            </a:r>
            <a:r>
              <a:rPr lang="en-US" altLang="ja-JP" sz="1200" dirty="0">
                <a:solidFill>
                  <a:schemeClr val="bg1"/>
                </a:solidFill>
              </a:rPr>
              <a:t>OK</a:t>
            </a:r>
            <a:r>
              <a:rPr lang="ja-JP" altLang="en-US" sz="1200" dirty="0">
                <a:solidFill>
                  <a:schemeClr val="bg1"/>
                </a:solidFill>
              </a:rPr>
              <a:t>判定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4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D99652E-4761-8E3E-039E-0180C6444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7D5BD247-DBBE-DD3C-0AC1-ACF847EADDB5}"/>
              </a:ext>
            </a:extLst>
          </p:cNvPr>
          <p:cNvSpPr/>
          <p:nvPr/>
        </p:nvSpPr>
        <p:spPr>
          <a:xfrm>
            <a:off x="9904645" y="4367610"/>
            <a:ext cx="2031325" cy="461665"/>
          </a:xfrm>
          <a:prstGeom prst="wedgeRectCallout">
            <a:avLst>
              <a:gd name="adj1" fmla="val -71385"/>
              <a:gd name="adj2" fmla="val -3168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赤、緑、青の判定で使用の</a:t>
            </a:r>
            <a:endParaRPr kumimoji="1"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lang="ja-JP" altLang="en-US" sz="1200" dirty="0">
                <a:solidFill>
                  <a:schemeClr val="bg1"/>
                </a:solidFill>
              </a:rPr>
              <a:t>色があると混入で</a:t>
            </a:r>
            <a:r>
              <a:rPr lang="en-US" altLang="ja-JP" sz="1200" dirty="0">
                <a:solidFill>
                  <a:schemeClr val="bg1"/>
                </a:solidFill>
              </a:rPr>
              <a:t>NG</a:t>
            </a:r>
            <a:r>
              <a:rPr lang="ja-JP" altLang="en-US" sz="1200" dirty="0">
                <a:solidFill>
                  <a:schemeClr val="bg1"/>
                </a:solidFill>
              </a:rPr>
              <a:t>判定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990E5BE-E210-C872-677F-8838182AF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54" y="4971390"/>
            <a:ext cx="6067516" cy="833582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9904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45F48EF-FB7A-FBBE-AB7F-D81838B73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779103-F153-BAE6-03D7-5FF1A4BB9918}"/>
              </a:ext>
            </a:extLst>
          </p:cNvPr>
          <p:cNvSpPr/>
          <p:nvPr/>
        </p:nvSpPr>
        <p:spPr>
          <a:xfrm>
            <a:off x="976604" y="889518"/>
            <a:ext cx="1113453" cy="870858"/>
          </a:xfrm>
          <a:prstGeom prst="rect">
            <a:avLst/>
          </a:prstGeom>
          <a:pattFill prst="zigZ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53CB4FD-5174-E964-EBEA-6AD338F33DFF}"/>
              </a:ext>
            </a:extLst>
          </p:cNvPr>
          <p:cNvCxnSpPr>
            <a:cxnSpLocks/>
          </p:cNvCxnSpPr>
          <p:nvPr/>
        </p:nvCxnSpPr>
        <p:spPr>
          <a:xfrm>
            <a:off x="5548604" y="814875"/>
            <a:ext cx="199053" cy="367003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066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1E53-8143-6AEA-C706-58D7677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6DE89F0-2F02-3346-5284-C168FA983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74574E1-5F48-A96D-7EAD-D88D8D1AE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21" y="1986681"/>
            <a:ext cx="1262249" cy="403318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A585120-0ADD-CFDE-0EA8-EA1B8F61A371}"/>
              </a:ext>
            </a:extLst>
          </p:cNvPr>
          <p:cNvSpPr/>
          <p:nvPr/>
        </p:nvSpPr>
        <p:spPr>
          <a:xfrm>
            <a:off x="500767" y="2164299"/>
            <a:ext cx="1258903" cy="920979"/>
          </a:xfrm>
          <a:prstGeom prst="rect">
            <a:avLst/>
          </a:prstGeom>
          <a:solidFill>
            <a:srgbClr val="FF99FF">
              <a:alpha val="3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B369B491-9744-E91E-8CD5-4625880181A6}"/>
              </a:ext>
            </a:extLst>
          </p:cNvPr>
          <p:cNvSpPr/>
          <p:nvPr/>
        </p:nvSpPr>
        <p:spPr>
          <a:xfrm>
            <a:off x="9834734" y="2819458"/>
            <a:ext cx="2295867" cy="2739310"/>
          </a:xfrm>
          <a:prstGeom prst="wedgeRectCallout">
            <a:avLst>
              <a:gd name="adj1" fmla="val -57304"/>
              <a:gd name="adj2" fmla="val 582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>
            <a:noAutofit/>
          </a:bodyPr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CSV</a:t>
            </a:r>
            <a:r>
              <a:rPr kumimoji="1" lang="ja-JP" altLang="en-US" sz="1200" dirty="0">
                <a:solidFill>
                  <a:schemeClr val="bg1"/>
                </a:solidFill>
              </a:rPr>
              <a:t>出力も可能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239BD57-EA21-E2E5-1D2A-D5B728112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1575" y="3145945"/>
            <a:ext cx="2222184" cy="230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57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200</Words>
  <Application>Microsoft Office PowerPoint</Application>
  <PresentationFormat>ワイド画面</PresentationFormat>
  <Paragraphs>31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栄 中村</dc:creator>
  <cp:lastModifiedBy>栄 中村</cp:lastModifiedBy>
  <cp:revision>11</cp:revision>
  <dcterms:created xsi:type="dcterms:W3CDTF">2026-08-28T14:44:43Z</dcterms:created>
  <dcterms:modified xsi:type="dcterms:W3CDTF">2026-09-08T13:44:44Z</dcterms:modified>
</cp:coreProperties>
</file>